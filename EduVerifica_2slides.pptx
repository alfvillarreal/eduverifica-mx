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a" id="{cdbb816a-bcc9-2d9c-b8c5-80f3d1784032}">
          <p14:sldIdLst>
            <p14:sldId id="256"/>
          </p14:sldIdLst>
        </p14:section>
        <p14:section name="Solución" id="{64e16ea6-bc69-6781-dc09-784c7a3f40c3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El problema. Dos bullets concretos con cifras reales de la auditoría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La solución. Mostrar las pantallas reales del celular. El panel es el lado del administrador que ve los reportes con nivel de riesgo.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36576"/>
          </a:xfrm>
          <a:prstGeom prst="rect">
            <a:avLst/>
          </a:prstGeom>
          <a:solidFill>
            <a:srgbClr val="F39C1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0F4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53035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" y="84124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$592 MDP pagados en 2024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35331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67,142 becarios sin CURP válido — confirmado por auditoría federal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822960"/>
            <a:ext cx="310896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84124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22.8 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135331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becarios en 2026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$178,200 MDP en riesgo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85953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340864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23408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286000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becarios no tienen forma sencilla de verificar que su identidad y CURP estén correctamente registrados antes de perder el beneficio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3255264"/>
            <a:ext cx="859536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383280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33832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328416"/>
            <a:ext cx="78638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existe un panel ciudadano que permita reportar y monitorear irregularidades con nivel de riesgo antes de que se disperse el pago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4320" y="446227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Secretaría Anticorrupción y Buen Gobierno · SEP · ASF —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37160" y="64008"/>
            <a:ext cx="8869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— EduVerifica MX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37160" y="548640"/>
            <a:ext cx="4114800" cy="3474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" y="548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Para el becario — App móvil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969264"/>
            <a:ext cx="1234440" cy="219456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" y="969264"/>
            <a:ext cx="1234440" cy="219456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52" y="969264"/>
            <a:ext cx="1234440" cy="21945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4592" y="3200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Ingresa CURP</a:t>
            </a:r>
            <a:endParaRPr lang="en-US" sz="850" dirty="0"/>
          </a:p>
        </p:txBody>
      </p:sp>
      <p:sp>
        <p:nvSpPr>
          <p:cNvPr id="9" name="Text 4"/>
          <p:cNvSpPr txBox="1"/>
          <p:nvPr/>
        </p:nvSpPr>
        <p:spPr>
          <a:xfrm>
            <a:off x="1490472" y="3200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vida</a:t>
            </a:r>
            <a:endParaRPr lang="en-US" sz="850" dirty="0"/>
          </a:p>
        </p:txBody>
      </p:sp>
      <p:sp>
        <p:nvSpPr>
          <p:cNvPr id="10" name="Text 5"/>
          <p:cNvSpPr txBox="1"/>
          <p:nvPr/>
        </p:nvSpPr>
        <p:spPr>
          <a:xfrm>
            <a:off x="2816352" y="3200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Instantáneo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1417320" y="2011680"/>
            <a:ext cx="54864" cy="5486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389888" y="1938528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2715768" y="1938528"/>
            <a:ext cx="1280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480560" y="548640"/>
            <a:ext cx="4526280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480560" y="548640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 Para el administrador — Panel web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969264"/>
            <a:ext cx="4462272" cy="223113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480560" y="3246120"/>
            <a:ext cx="4526280" cy="402336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526280" y="327355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con folio único · Nivel de riesgo: Alto / Medio / Bajo · Filtros por programa y estado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137160" y="3794760"/>
            <a:ext cx="8869680" cy="6583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182880" y="3822192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instalaciones · Sin cuentas · Código abierto en GitHub · Funciona en cualquier celular Android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182880" y="416052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github.com/alfvillarreal/eduverifica-mx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Verifica2S">
  <a:themeElements>
    <a:clrScheme name="EduVerifica2S">
      <a:dk1>
        <a:srgbClr val="1B4F72"/>
      </a:dk1>
      <a:lt1>
        <a:srgbClr val="FFFFFF"/>
      </a:lt1>
      <a:dk2>
        <a:srgbClr val="2980B9"/>
      </a:dk2>
      <a:lt2>
        <a:srgbClr val="D6EAF8"/>
      </a:lt2>
      <a:accent1>
        <a:srgbClr val="C0392B"/>
      </a:accent1>
      <a:accent2>
        <a:srgbClr val="E67E22"/>
      </a:accent2>
      <a:accent3>
        <a:srgbClr val="F39C12"/>
      </a:accent3>
      <a:accent4>
        <a:srgbClr val="1E8449"/>
      </a:accent4>
      <a:accent5>
        <a:srgbClr val="2980B9"/>
      </a:accent5>
      <a:accent6>
        <a:srgbClr val="555555"/>
      </a:accent6>
      <a:hlink>
        <a:srgbClr val="2980B9"/>
      </a:hlink>
      <a:folHlink>
        <a:srgbClr val="1B4F72"/>
      </a:folHlink>
    </a:clrScheme>
    <a:fontScheme name="EduVerifica2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2026-10-26T18:50:26Z</dcterms:created>
  <dcterms:modified xsi:type="dcterms:W3CDTF">2026-10-26T18:50:26Z</dcterms:modified>
</cp:coreProperties>
</file>